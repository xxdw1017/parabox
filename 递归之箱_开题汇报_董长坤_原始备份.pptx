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3224" y="1737360"/>
            <a:ext cx="3566160" cy="3566160"/>
          </a:xfrm>
          <a:prstGeom prst="rect">
            <a:avLst/>
          </a:prstGeom>
          <a:noFill/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0444" y="2354580"/>
            <a:ext cx="2331720" cy="2331720"/>
          </a:xfrm>
          <a:prstGeom prst="rect">
            <a:avLst/>
          </a:prstGeom>
          <a:noFill/>
          <a:ln w="3175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01944" y="2926080"/>
            <a:ext cx="1188720" cy="1188720"/>
          </a:xfrm>
          <a:prstGeom prst="rect">
            <a:avLst/>
          </a:prstGeom>
          <a:noFill/>
          <a:ln w="3175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22952" y="1810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23"/>
                </a:solidFill>
                <a:latin typeface="微软雅黑"/>
                <a:ea typeface="微软雅黑"/>
              </a:rPr>
              <a:t>外层世界</a:t>
            </a:r>
            <a:endParaRPr sz="11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40172" y="24277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69CD6"/>
                </a:solidFill>
                <a:latin typeface="微软雅黑"/>
                <a:ea typeface="微软雅黑"/>
              </a:rPr>
              <a:t>箱子</a:t>
            </a:r>
            <a:endParaRPr sz="11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5096" y="29718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CC77A"/>
                </a:solidFill>
                <a:latin typeface="微软雅黑"/>
                <a:ea typeface="微软雅黑"/>
              </a:rPr>
              <a:t>内层世界</a:t>
            </a:r>
            <a:endParaRPr sz="10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50000" y="3502152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85800"/>
            <a:ext cx="94457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EBEEF5"/>
                </a:solidFill>
                <a:latin typeface="微软雅黑"/>
                <a:ea typeface="微软雅黑"/>
              </a:rPr>
              <a:t>递归之箱</a:t>
            </a:r>
            <a:endParaRPr sz="4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8A2B8"/>
                </a:solidFill>
                <a:latin typeface="微软雅黑"/>
                <a:ea typeface="微软雅黑"/>
              </a:rPr>
              <a:t>Patrick's Parabox 关卡复刻 · Python 游戏开发实践</a:t>
            </a:r>
            <a:endParaRPr sz="16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55321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BEEF5"/>
                </a:solidFill>
                <a:latin typeface="微软雅黑"/>
                <a:ea typeface="微软雅黑"/>
              </a:rPr>
              <a:t>软件工程设计课程 · 开题汇报</a:t>
            </a:r>
            <a:endParaRPr sz="14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59893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8A2B8"/>
                </a:solidFill>
                <a:latin typeface="微软雅黑"/>
                <a:ea typeface="微软雅黑"/>
              </a:rPr>
              <a:t>汇报人：董长坤　　2026 年 9 月 10 日</a:t>
            </a:r>
            <a:endParaRPr sz="13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项目描述与目标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2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关于 Patrick's Parabox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独立解谜游戏：经典推箱子 + 递归嵌套玩法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箱子内部是另一个可进入的完整世界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玩家动作逐层同步，形成“套娃”式谜题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本项目做什么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用 Python 复刻 1 个代表性关卡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实现核心机制：推箱子 / 嵌套世界进出 / 胜利判定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提供选关界面，作为后续扩展更多关卡的入口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项目目标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核心目标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个可完整游玩的复刻关卡 + 选关界面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延伸目标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撤销 / 重置、通关计时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规模界定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单人开发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 ≤2 层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不做编辑器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两周</a:t>
            </a: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交付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项目设计与功能想定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3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484632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核心机制示意 · 箱子即世界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2194560" cy="2194560"/>
          </a:xfrm>
          <a:prstGeom prst="rect">
            <a:avLst/>
          </a:prstGeom>
          <a:noFill/>
          <a:ln w="285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17420" y="2171700"/>
            <a:ext cx="1417320" cy="1417320"/>
          </a:xfrm>
          <a:prstGeom prst="rect">
            <a:avLst/>
          </a:prstGeom>
          <a:noFill/>
          <a:ln w="28575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2514600"/>
            <a:ext cx="731520" cy="731520"/>
          </a:xfrm>
          <a:prstGeom prst="rect">
            <a:avLst/>
          </a:prstGeom>
          <a:noFill/>
          <a:ln w="28575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837943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5A623"/>
                </a:solidFill>
                <a:latin typeface="微软雅黑"/>
                <a:ea typeface="微软雅黑"/>
              </a:rPr>
              <a:t>外层世界</a:t>
            </a:r>
            <a:endParaRPr sz="10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8860" y="222656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569CD6"/>
                </a:solidFill>
                <a:latin typeface="微软雅黑"/>
                <a:ea typeface="微软雅黑"/>
              </a:rPr>
              <a:t>箱子</a:t>
            </a:r>
            <a:endParaRPr sz="10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5184" y="255117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CC77A"/>
                </a:solidFill>
                <a:latin typeface="微软雅黑"/>
                <a:ea typeface="微软雅黑"/>
              </a:rPr>
              <a:t>内层</a:t>
            </a:r>
            <a:endParaRPr sz="9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798064" y="2880360"/>
            <a:ext cx="256032" cy="25603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8A2B8"/>
                </a:solidFill>
                <a:latin typeface="微软雅黑"/>
                <a:ea typeface="微软雅黑"/>
              </a:rPr>
              <a:t>进入箱子 ⇄ 内层世界，动作逐层同步</a:t>
            </a:r>
            <a:endParaRPr sz="11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23560" y="1188720"/>
            <a:ext cx="608076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3502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功能模块划分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03920" y="1755648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EBEEF5"/>
                </a:solidFill>
                <a:latin typeface="微软雅黑"/>
                <a:ea typeface="微软雅黑"/>
              </a:rPr>
              <a:t>输入控制 · 键盘事件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9829800" y="2231136"/>
            <a:ext cx="274320" cy="201168"/>
          </a:xfrm>
          <a:prstGeom prst="downArrow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2487168"/>
            <a:ext cx="228600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关卡数据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地图 · 嵌套结构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胜利判定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8183879" y="2816352"/>
            <a:ext cx="292608" cy="228600"/>
          </a:xfrm>
          <a:prstGeom prst="rightArrow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87168"/>
            <a:ext cx="301752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EBEEF5"/>
                </a:solidFill>
                <a:latin typeface="微软雅黑"/>
                <a:ea typeface="微软雅黑"/>
              </a:rPr>
              <a:t>游戏逻辑</a:t>
            </a:r>
            <a:endParaRPr sz="125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玩家 / 箱子 / 嵌套世界状态更新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9829800" y="3374136"/>
            <a:ext cx="274320" cy="201168"/>
          </a:xfrm>
          <a:prstGeom prst="down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593592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EBEEF5"/>
                </a:solidFill>
                <a:latin typeface="微软雅黑"/>
                <a:ea typeface="微软雅黑"/>
              </a:rPr>
              <a:t>渲染层 · Pygame 绘制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功能清单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497433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微软雅黑"/>
                <a:ea typeface="微软雅黑"/>
              </a:rPr>
              <a:t>必做</a:t>
            </a:r>
            <a:endParaRPr sz="12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3444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推箱子移动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0040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嵌套世界进出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16636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胜利判定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32319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选关界面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552297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69CD6"/>
                </a:solidFill>
                <a:latin typeface="微软雅黑"/>
                <a:ea typeface="微软雅黑"/>
              </a:rPr>
              <a:t>选做</a:t>
            </a:r>
            <a:endParaRPr sz="12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2344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撤销 / 重置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8346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通关计时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348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简单音效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技术栈选定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4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28600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技术栈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8920" y="1234440"/>
            <a:ext cx="626364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定位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52560" y="1234440"/>
            <a:ext cx="265176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结论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2286000" cy="603504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Pygame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8920" y="1645920"/>
            <a:ext cx="6263640" cy="603504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Python 2D 游戏库（SDL 封装）：绘制 / 事件 / 精灵 / 音效，资料最丰富、社区成熟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52559" y="1645920"/>
            <a:ext cx="2651760" cy="603504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6CC77A"/>
                </a:solidFill>
                <a:latin typeface="微软雅黑"/>
                <a:ea typeface="微软雅黑"/>
              </a:rPr>
              <a:t>✅ 选定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249424"/>
            <a:ext cx="2286000" cy="603504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Arcade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8920" y="2249424"/>
            <a:ext cx="6263640" cy="603504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现代 2D 游戏库（OpenGL），API 简洁、类型规范，但中文资料与社区较小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52559" y="2249424"/>
            <a:ext cx="2651760" cy="603504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98A2B8"/>
                </a:solidFill>
                <a:latin typeface="微软雅黑"/>
                <a:ea typeface="微软雅黑"/>
              </a:rPr>
              <a:t>备选</a:t>
            </a:r>
            <a:endParaRPr sz="125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852928"/>
            <a:ext cx="2286000" cy="603504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Panda3D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88920" y="2852928"/>
            <a:ext cx="6263640" cy="603504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重量级 3D 游戏引擎，功能全面但远超本项目需求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52559" y="2852928"/>
            <a:ext cx="2651760" cy="603504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98A2B8"/>
                </a:solidFill>
                <a:latin typeface="微软雅黑"/>
                <a:ea typeface="微软雅黑"/>
              </a:rPr>
              <a:t>过重，不适用</a:t>
            </a:r>
            <a:endParaRPr sz="125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3456432"/>
            <a:ext cx="2286000" cy="603504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Godot / Unity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88920" y="3456432"/>
            <a:ext cx="6263640" cy="603504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专业游戏引擎，主流开发语言非 Python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52559" y="3456432"/>
            <a:ext cx="2651760" cy="603504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98A2B8"/>
                </a:solidFill>
                <a:latin typeface="微软雅黑"/>
                <a:ea typeface="微软雅黑"/>
              </a:rPr>
              <a:t>不符课程要求</a:t>
            </a:r>
            <a:endParaRPr sz="125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11201400" cy="685800"/>
          </a:xfrm>
          <a:prstGeom prst="roundRect">
            <a:avLst/>
          </a:prstGeom>
          <a:solidFill>
            <a:srgbClr val="26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" rIns="256032" bIns="18288" rtlCol="0" anchor="ctr"/>
          <a:lstStyle/>
          <a:p>
            <a:pPr algn="l"/>
            <a:r>
              <a:rPr sz="1400" b="1">
                <a:solidFill>
                  <a:srgbClr val="F5A623"/>
                </a:solidFill>
                <a:latin typeface="微软雅黑"/>
                <a:ea typeface="微软雅黑"/>
              </a:rPr>
              <a:t>结论：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Python 3.12 + Pygame —— 成熟稳定 · 学习曲线平缓 · 2D 格子游戏最佳匹配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54132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配套工具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0020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Git 版本管理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06908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unittest 单元测试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3796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PyCharm 开发环境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684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AI 辅助开发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计划安排 · 甘特图（9.10 – 9.17，单人）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5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任务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3756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9/10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912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9/11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0679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9/12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9224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9/13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4380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9/14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9536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9/15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46919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9/16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9848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9/17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3298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454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3610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766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3922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078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234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390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4546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783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开题汇报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392424" y="1737360"/>
            <a:ext cx="941831" cy="32918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9514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Pygame 骨架：窗口 / 主循环 / 渲染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392424" y="2249424"/>
            <a:ext cx="199339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0720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推箱子逻辑：移动 / 碰撞 / 判定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443983" y="2761488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192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嵌套世界：进入 / 退出 / 状态同步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95543" y="3273552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6345936" y="3291840"/>
            <a:ext cx="274320" cy="27432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31336"/>
            <a:ext cx="278892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关卡 + 选关界面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47103" y="3785616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343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测试修复 · 功能冻结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598664" y="4297680"/>
            <a:ext cx="94183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8449056" y="4315968"/>
            <a:ext cx="274320" cy="27432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5546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演示视频 + 版本归档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650224" y="4809744"/>
            <a:ext cx="94183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3675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项目文档 + 打包提交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701784" y="5321808"/>
            <a:ext cx="199339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044184"/>
            <a:ext cx="201168" cy="201168"/>
          </a:xfrm>
          <a:prstGeom prst="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开发实现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57400" y="6044184"/>
            <a:ext cx="201168" cy="201168"/>
          </a:xfrm>
          <a:prstGeom prst="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交付整理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611880" y="6044184"/>
            <a:ext cx="201168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876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里程碑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52160" y="5998464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里程碑：9/12 核心机制打通 · 9/14 功能冻结 · 9/17 答辩缓冲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WPS 文字</Application>
  <PresentationFormat>On-screen Show (4:3)</PresentationFormat>
  <Paragraphs>190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微软雅黑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董长坤</cp:lastModifiedBy>
  <cp:revision>2</cp:revision>
  <dcterms:created xsi:type="dcterms:W3CDTF">2026-09-09T08:39:03Z</dcterms:created>
  <dcterms:modified xsi:type="dcterms:W3CDTF">2026-09-09T08:39:03Z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ECDB9A1BAA95B1C1271BA16AB09BFE72_42</vt:lpwstr>
  </property>
  <property fmtid="{D5CDD505-2E9C-101B-9397-08002B2CF9AE}" pid="3" name="KSOProductBuildVer">
    <vt:lpwstr>2052-12.1.23540.23540</vt:lpwstr>
  </property>
</Properties>
</file>